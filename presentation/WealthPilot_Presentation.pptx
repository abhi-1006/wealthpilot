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822960"/>
            <a:ext cx="640080" cy="64008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WealthPilot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Loan Underwriting &amp; Credit Research Assistant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806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AI Professional Certification Program  —  IIT Hyderabad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72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Abhiram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SME loans is slow, manual, and risky to get wrong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3317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 is slow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7033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Credit-ops teams read applications and financial statements by hand, application by application.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01168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/>
        </p:spPr>
      </p:sp>
      <p:sp>
        <p:nvSpPr>
          <p:cNvPr id="10" name="Shape 8"/>
          <p:cNvSpPr/>
          <p:nvPr/>
        </p:nvSpPr>
        <p:spPr>
          <a:xfrm>
            <a:off x="4709160" y="23317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30632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citations must be exact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09160" y="37033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fabricated or misquoted policy citation isn't a UX bug here — it's a compliance failure.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01168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458200" y="23317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4582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30632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risk is real and regulated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58200" y="37033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financials with different applicant demographics must reach the same decision, provably.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349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WealthPilot automates the first pass — parse, verify, retrieve policy, decide — while keeping a human in the loop for every real decision.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milestones, one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60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&amp; validate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514600" y="2103120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70632" y="210312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2770632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70632" y="2560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Signals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62072" y="2971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DSCR, bureau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45152" y="2103120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901184" y="210312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01184" y="2560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RAG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92624" y="2971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cited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75704" y="2103120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031736" y="210312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7031736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31736" y="2560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23176" y="2971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Human-gated routing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06256" y="2103120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62288" y="2103120"/>
            <a:ext cx="187452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9162288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2560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253728" y="29718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review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206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389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— Persistent Memory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68680" y="4800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/ episodic / semantic / procedural, via Supermemory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89120" y="4206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4389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— Observability + Reliability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4617720" y="4800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Tracing, retries, fallback, circuit breaker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138160" y="4206240"/>
            <a:ext cx="3429000" cy="1554480"/>
          </a:xfrm>
          <a:prstGeom prst="roundRect">
            <a:avLst>
              <a:gd name="adj" fmla="val 5882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389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— Eval + Guardrails + API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66760" y="4800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eval, safety layer, FastAPI deployment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underneath and alongside every stage above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+ M2 — INTAKE &amp; RISK AGENT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raw application to real risk signals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402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402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Intake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LLM client (LiteLLM) — swap providers in one line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record → validated Pydantic LoanApplication / FinancialSnapshot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loop retries on malformed output instead of failing outright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against each record's ground_truth for real accuracy, not just “did it validate”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534924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DA77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53492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 records parsed successfully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22402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22402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743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Tool-Enabled Agent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333756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tool-calling loop: DSCR calculator, interest calculator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Credit-bureau and bank-statement lookups as real callable tools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chooses which tool to call and when — not a hardcoded script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a known eval case: computed DSCR matched by hand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92240" y="534924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DA77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53492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DSCR, bureau &amp; bank data — all real tool calls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+ M4 — MEMORY &amp; GROUNDED RETRIEVAL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Remembering context, answering only from real 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402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402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memory kinds: working, episodic, semantic, procedural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Supermemory — a real hosted memory store, not a mock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conversations get compressed — lossy, so it's tested, not assumed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Confirmed: a planted fact survives summarization, every run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534924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DA77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53492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Supermemory recall, semantic search verified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22402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22402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2743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RAG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333756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embeddings + BM25, fused with Reciprocal Rank Fusion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reranking before the model ever sees a chunk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cites its source — fabricated policy = compliance failure here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Prompt-injection defense: retrieved content is treated as untrusted data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92240" y="534924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DA775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53492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+ reranking, cited answers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— ORCHESTRATION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human-in-the-loop gate, not a simulated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196596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63240" y="196596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063240" y="19659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0600" y="196596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303520" y="196596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0" y="19659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543800" y="196596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DA7756"/>
          </a:solidFill>
          <a:ln/>
        </p:spPr>
      </p:sp>
      <p:sp>
        <p:nvSpPr>
          <p:cNvPr id="14" name="Text 12"/>
          <p:cNvSpPr/>
          <p:nvPr/>
        </p:nvSpPr>
        <p:spPr>
          <a:xfrm>
            <a:off x="7543800" y="19659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3063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pauses here — real pause, real resume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365760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state with a control/audit field split — not a single overloaded dict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interrupt() call pauses the graph and waits — not a node that just labels a decision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durable SqliteSaver checkpoint — verified surviving an actual process restart, not just an in-memory demo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revision loop + escalation path — no unguarded loops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— MULTI-AGENT COMMITTEE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 produces, two independent critics decide if it ships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14600" y="3063240"/>
            <a:ext cx="118872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514600" y="306324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108960" y="3566160"/>
            <a:ext cx="0" cy="-182880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06040" y="1280160"/>
            <a:ext cx="1005840" cy="9144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8" name="Text 6"/>
          <p:cNvSpPr/>
          <p:nvPr/>
        </p:nvSpPr>
        <p:spPr>
          <a:xfrm>
            <a:off x="2606040" y="128016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3566160"/>
            <a:ext cx="-1737360" cy="11887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4297680"/>
            <a:ext cx="1005840" cy="9144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2976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08960" y="3566160"/>
            <a:ext cx="1737360" cy="11887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4297680"/>
            <a:ext cx="1005840" cy="9144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4" name="Text 12"/>
          <p:cNvSpPr/>
          <p:nvPr/>
        </p:nvSpPr>
        <p:spPr>
          <a:xfrm>
            <a:off x="4343400" y="42976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per-agent write scopes — a critic can't edit the memo it's checking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routes as a pure function, constrained to a legal_routes() guard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revision loop + escalation — same discipline as M5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Bureau/bank data served over a real MCP server, not a bare function call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+ M8 — RELIABILITY, EVAL &amp;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Hardening the pipeline, then proving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945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 →  100%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Bureau-lookup success rate, before vs. after retry + fallback hardening (seeded fault injection)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17720" y="30632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failures the circuit breaker allowed before short-circuiting the rest — never hammered a dead dependency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0" y="1965960"/>
            <a:ext cx="329184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0" y="21488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30632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eval items — deterministic checks + an LLM judge, scored honestly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Observability: every node traced, tagged by run, with a real per-agent cost/latency dashboard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run independent of answer quality — schema validation, prompt-injection detection, protected-attribute scan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 golden-set items passed guardrails clean; an injection attempt against the live API correctly returns HTTP 422</a:t>
            </a:r>
            <a:endParaRPr lang="en-US" sz="13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/health, /decision, /chat, deployed with a live public ngrok tunnel and verified from an external browser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worked — and what didn't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Intake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201168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 records parsed; missing-field accuracy checked against ground truth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88336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883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RAG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00400" y="2688336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cited answers; hybrid search + reranking measurably beats naive retrieval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64992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64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Workflow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200400" y="336499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interrupt → process restart → resume, verified, not simulated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41648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Reliability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0" y="4041648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lookup: 45% → 100% success under seeded fault injection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718304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1830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Eval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00400" y="4718304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19/20 golden-set items passed end-to-end; 20/20 guardrails clean; 3-judge score 1.0 faithfulness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5321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A77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669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limitation: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596188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started at 6/20 -- two real bugs found and fixed while verifying it, not a looser check. The eval generator was exploding citation-title strings into individual characters, and the citation checker didn't resolve the model's bracket-style citations. Both fixed at the source; the model's answers never changed.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31520"/>
            <a:ext cx="548640" cy="54864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31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WealthPilot — all 8 milestones, built and independently verified.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5669280" cy="640080"/>
          </a:xfrm>
          <a:prstGeom prst="roundRect">
            <a:avLst>
              <a:gd name="adj" fmla="val 14286"/>
            </a:avLst>
          </a:prstGeom>
          <a:solidFill>
            <a:srgbClr val="263073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42062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77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github.com/abhi-1006/wealthpilot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2026-08-20T12:47:40Z</dcterms:created>
  <dcterms:modified xsi:type="dcterms:W3CDTF">2026-08-20T12:47:40Z</dcterms:modified>
</cp:coreProperties>
</file>